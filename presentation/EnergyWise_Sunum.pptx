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B2A41"/>
                </a:solidFill>
                <a:latin typeface="Arial"/>
              </a:rPr>
              <a:t>Problem ve veri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78"/>
                </a:solidFill>
                <a:latin typeface="Arial"/>
              </a:rPr>
              <a:t>EnergyWise · Tugay Sinan Ergün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Problem: Binanın mimari özelliklerinden ısıtma yükünü tahmin etmek (regresyon).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Veri: UCI Energy Efficiency — 768 satır, 8 girdi, hedef heating_load, eksik değer 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Lisans: CC BY 4.0 · Tsanas &amp; Xifara (2012).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Veri simülasyondur: Ecotect'te 12 bina şekli; gerçek bina ölçümü değildir.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cooling_load ikinci hedef olduğu için girdi olarak kullanılmadı.</a:t>
            </a:r>
          </a:p>
        </p:txBody>
      </p:sp>
      <p:pic>
        <p:nvPicPr>
          <p:cNvPr id="6" name="Picture 5" descr="01_hedef_dagil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03520" cy="30305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B2A41"/>
                </a:solidFill>
                <a:latin typeface="Arial"/>
              </a:rPr>
              <a:t>Keşif bulguları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78"/>
                </a:solidFill>
                <a:latin typeface="Arial"/>
              </a:rPr>
              <a:t>EnergyWise · Tugay Sinan Ergün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B2A41"/>
                </a:solidFill>
                <a:latin typeface="Arial"/>
              </a:rPr>
              <a:t>Yükseklik en belirleyici özellik: 3,5 m binalarda ortalama ısıtma yükü 13,34, 7,0 m binalarda 31,28.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A41"/>
                </a:solidFill>
                <a:latin typeface="Arial"/>
              </a:rPr>
              <a:t>Cam alanı arttıkça yük artıyor: cam yokken ortalama 14,29, 0,40 cam oranında 25,41.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A41"/>
                </a:solidFill>
                <a:latin typeface="Arial"/>
              </a:rPr>
              <a:t>Yönün etkisi çok küçük: yönler arasındaki en büyük ortalama fark 0,121.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A41"/>
                </a:solidFill>
                <a:latin typeface="Arial"/>
              </a:rPr>
              <a:t>En güçlü pozitif korelasyon overall_height (r = 0,889), en güçlü negatif korelasyon roof_area (r = -0,862).</a:t>
            </a:r>
          </a:p>
        </p:txBody>
      </p:sp>
      <p:pic>
        <p:nvPicPr>
          <p:cNvPr id="6" name="Picture 5" descr="02_kompaktlik_isit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30828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B2A41"/>
                </a:solidFill>
                <a:latin typeface="Arial"/>
              </a:rPr>
              <a:t>Model: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78"/>
                </a:solidFill>
                <a:latin typeface="Arial"/>
              </a:rPr>
              <a:t>EnergyWise · Tugay Sinan Ergün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Eğitim 614 / test 154 satır (test_size=0,2, random_state=42).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MAE: eğitim 2,041 · test 2,182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RMSE: eğitim 2,893 · test 3,025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R²: eğitim 0,9171 · test 0,9122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Eğitim ve test sonuçları yakın: belirgin aşırı öğrenme yok.</a:t>
            </a:r>
          </a:p>
        </p:txBody>
      </p:sp>
      <p:pic>
        <p:nvPicPr>
          <p:cNvPr id="6" name="Picture 5" descr="05_gercek_tah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309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B2A41"/>
                </a:solidFill>
                <a:latin typeface="Arial"/>
              </a:rPr>
              <a:t>Yeni tahminler ve konsol uygulaması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78"/>
                </a:solidFill>
                <a:latin typeface="Arial"/>
              </a:rPr>
              <a:t>EnergyWise · Tugay Sinan Ergün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2A41"/>
                </a:solidFill>
                <a:latin typeface="Arial"/>
              </a:rPr>
              <a:t>Veri setinde bulunmayan 3 yeni bina (cam oranı 0,05 / 0,15 / 0,30):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2A41"/>
                </a:solidFill>
                <a:latin typeface="Arial"/>
              </a:rPr>
              <a:t>Örnek 1: tahmini ısıtma yükü 23,84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2A41"/>
                </a:solidFill>
                <a:latin typeface="Arial"/>
              </a:rPr>
              <a:t>Örnek 2: tahmini ısıtma yükü 34,82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2A41"/>
                </a:solidFill>
                <a:latin typeface="Arial"/>
              </a:rPr>
              <a:t>Örnek 3: tahmini ısıtma yükü 17,21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2A41"/>
                </a:solidFill>
                <a:latin typeface="Arial"/>
              </a:rPr>
              <a:t>tahmin_et(): input() ile girdi alır, doğrular, f-string ile yazdırır; q ile çıkış.</a:t>
            </a:r>
          </a:p>
        </p:txBody>
      </p:sp>
      <p:pic>
        <p:nvPicPr>
          <p:cNvPr id="6" name="Picture 5" descr="consol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1638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1B2A41"/>
                </a:solidFill>
                <a:latin typeface="Arial"/>
              </a:rPr>
              <a:t>Sınırlar ve 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A6378"/>
                </a:solidFill>
                <a:latin typeface="Arial"/>
              </a:rPr>
              <a:t>EnergyWise · Tugay Sinan Ergün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Test R² 0,9122, MAE 2,182: hızlı bir ön tahmin için yeterli.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Doğrusal model; yükseklik ve kompaktlığın doğrusal olmayan etkisini tam yakalayamıyor.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Veri 12 simüle bina şekliyle sınırlı; gerçek binalara ve farklı iklimlere genellenemez.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A41"/>
                </a:solidFill>
                <a:latin typeface="Arial"/>
              </a:rPr>
              <a:t>İyileştirme: one-hot kodlama, etkileşim terimleri, ağaç tabanlı modeller, çapraz doğrulama.</a:t>
            </a:r>
          </a:p>
        </p:txBody>
      </p:sp>
      <p:pic>
        <p:nvPicPr>
          <p:cNvPr id="6" name="Picture 5" descr="06_hata_dagil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82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EnergyWise Sunum</dc:title>
  <dc:subject/>
  <dc:creator>Tugay Sinan Ergün</dc:creator>
  <cp:keywords/>
  <dc:description>generated using python-pptx</dc:description>
  <cp:lastModifiedBy>Tugay Sinan Ergün</cp:lastModifiedBy>
  <cp:revision>1</cp:revision>
  <dcterms:created xsi:type="dcterms:W3CDTF">2026-10-19T12:00:00Z</dcterms:created>
  <dcterms:modified xsi:type="dcterms:W3CDTF">2026-10-19T12:00:00Z</dcterms:modified>
  <cp:category/>
</cp:coreProperties>
</file>